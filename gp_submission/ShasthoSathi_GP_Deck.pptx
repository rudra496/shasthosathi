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Team — [TEAM NAME]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Rudra Sarker — BSc Industrial &amp; Production Engineering, SUST (2027) · AI/ML builder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Built &amp; shipped: MindWell (mental-health web app), RippleUp (Android+Desktop), SightlineAI, Team SignTalk — plus this project, already live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Advisor slot: public-health / field-implementation mentor (to be confirmed in Ignition Chamber)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Contact: [team email] · Solo team (eligible: 1–3 members)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766E"/>
                </a:solidFill>
              </a:rPr>
              <a:t>Everything demonstrated today is deployed and clickable — not a concept drawing.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Problem — dengue outruns the first line of care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321,179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hospitalized (2023 — worst ever, DGHS)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1,705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deaths in 2023 (CFR 0.53%)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41,032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0080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cases already in 2026 (to 5 Sep, DGHS)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16,312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3544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of them in Dhaka division alone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Community health workers (CHWs) meet every patient first — with paper, memory, and no AI support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Internet is unreliable where they work → any cloud-only app fails exactly when needed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Outbreak detection lags weeks; resources (test kits, volunteers, beds) are allocated without current division-level evidence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Feature-phone and low-literacy users are excluded by app-first solutions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Target group — who we serve,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PRIMARY USERS — community health workers &amp; supervisors in dengue-endemic wards (urban + rural)</a:t>
            </a:r>
            <a:endParaRPr lang="en-US" sz="19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PRIMARY BENEFICIARIES — low-income families at first contact: low-literacy users, feature-phone users (SMS mode), elderly patients</a:t>
            </a:r>
            <a:endParaRPr lang="en-US" sz="19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INSTITUTIONAL — city corporations, DGHS/IEDCR programme officers, NGOs needing early-warning + prioritization views</a:t>
            </a:r>
            <a:endParaRPr lang="en-US" sz="19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900" dirty="0">
                <a:solidFill>
                  <a:srgbClr val="1E293B"/>
                </a:solidFill>
              </a:rPr>
              <a:t>Designed WITH the constraint, not against it: voice-first Bangla UX, offline-first architecture, no smartphone required for SMS mode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Evidence — 64 verified papers + live government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Peer-reviewed foundation: 64 Crossref-verified papers — Q1 spotlight incl. The Lancet Global Health (2024 dengue vaccine trial), Nature Medicine, PLOS NTD, IJID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Clinical core: WHO 2009 dengue classification (warning signs validated — Hadinegoro 2012)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Data spine: DGHS dashboard (2023→2026 YTD, division-level), WHO, IEDCR, BBS Census 2022, Open-Meteo weather — every number traceable, zero synthetic data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Model honesty, in public: R²(log)=0.93 on 2023; live 2026 check shows shape captured (Aug = actual peak), amplitude gap ~2.8× disclosed in-app + Model Card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Automated data-integrity tests: build FAILS if any dataset stops matching its published totals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Solution — ShasthoSathi (live today)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🩺 Symptom triage — speak symptoms in Bangla → WHO-2009-based engine answers: home care / hospital today / EMERGENCY — with the triggering signs shown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💬 SMS mode — the SAME engine answers coded SMS on feature phones (GSM-7/UCS-2 aware)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🤰 Mother &amp; child — WHO 8-contact ANC + Bangladesh EPI vaccine schedules + SMS reminders; 💊 medicine label read-aloud (OCR); 🎓 warning-signs quiz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🧠 Supervisor dashboard — 2023→2026 official data, real division map (Aug 2026: 20,536 cases — the peak month), weekly bulletin generator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⚡ Offline-first PWA: installable, free, no API keys — verified working in airplane mode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Role of AI — meaningful, explainable, responsible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AI component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Input → Output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Why AI / guardrail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Bangla speech recognition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voice → symptom list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removes literacy barrier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Explainable triage engine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flags → care level + reasons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WHO rules as auditable code — not a black box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SMS NLP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coded text → same triage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reaches feature phones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Climate-lag ML model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rain/humidity → risk index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weather leads cases by weeks; limits disclosed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On-device OCR + TTS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medicine photo → read-aloud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independent use by low-literacy patients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4E4A"/>
                </a:solidFill>
              </a:rPr>
              <a:t>Responsible-AI position: AI is decision SUPPORT — every screen says “not a doctor” · personal data stays on-device · model limits published in-app (Model Card).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User journey — 90 seconds in a CHW's 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1️⃣ Open ShasthoSathi (home screen — works offline)  →  2️⃣ Speak symptoms in Bangla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3️⃣ Engine answers: “hospital TODAY” + shows which WHO warning signs triggered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4️⃣ One-tap call 999/16263 · follow-up auto-created for tomorrow · case saved on-device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5️⃣ Supervisor dashboard: new ward cases appear in the division map → bulletin drafted → kits/volunteers prioritized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Feature-phone path: SMS “DENGUE FEVER PAIN” → same reply logic (simulated in-app; gateway-ready)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Expected impact — faster decisions, wider inclusion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Clinical: decisions in the critical window (fever days 3–7, WHO) become consistent, explained, and escalation-biased — fewer missed warning signs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Inclusion: voice-first Bangla + SMS reaches users that app-first tools exclude — measured by design, not by retrofit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System: supervisors allocate from CURRENT division data (2026 live) instead of weeks-old reports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Scalable public good: clinical content + language packs are data files — any dengue-endemic country adopts with two JSON edits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Measurable pilot metrics: triage-to-referral time, warning-sign capture rate, follow-up compliance %, dashboard adoption by supervisors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Feasibility — it already runs; the hard part is done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on free, proven pieces: no-build PWA (service worker), on-device speech/OCR, Leaflet offline maps, public data (DGHS/WHO/Open-Meteo/geoBoundaries/BBS)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Zero running cost today: no servers required for field use (offline), no API keys, GitHub Pages hosting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Quality gates: 55 automated tests (triage logic, schedules, i18n, SMS segmentation, data-integrity guards) · browser-verified offline mode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Evidence discipline: 64 verified papers; automated guard tests fail the build on any data drift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Risks owned: clinical misuse → guardrails + hotlines; privacy → on-device by design; model overconfidence → disclosed limits + relative-index outputs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Financial considerations — lean by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Now: BDT 0/month — offline-first removes server costs; hosting free (GitHub Pages); models public/free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Pilot (12 months, est.): SMS gateway volume for reminders/alerts + field logistics + a domain — the dominant cost is coordination, not technology (est. figures in pilot plan; no proprietary pricing assumed)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Unit economics: one CHW phone already in hand → marginal cost per additional user ≈ BDT 0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Sustainability: ward/city-corporation or NGO sponsorship of SMS volume; zero-rating on health-education traffic is a natural telecom partnership (aligned with operator social-good programmes)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 revenue claim: this is a public-interest tool; any future service fees would be disclosed and never charged to patients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Implementation — 12-month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0–1: pilot with one ward CHW team (Sylhet region) — baseline vs ShasthoSathi on triage consistency &amp; referral time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2–4: case-feedback forecasting (needs DGHS/IEDCR division-monthly data partnership) — fixes the disclosed amplitude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3–6: SMS gateway delivery (simulation already proves format); supervisor sync portal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6–12: second city pilot + Bangla refinement from field transcripts; external clinical review of content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Go-to-market: CHW programmes of DGHS/community-clinic network + NGO health programmes — we integrate into existing workflows, not replace them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Scalability &amp; 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67665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Bangladesh: ~169.8M population (BBS 2022); CHW networks among the world's largest — the constraint is coordination, and our unit economics make that the only constraint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Global South: dengue-endemic countries (India, Indonesia, Brazil, Philippines) reuse the platform with two data files (clinical content + language) — architecture unchanged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Roadmap: on-device Gemma-class LLM for richer consultation summaries (RAM-permitting) · ward-level case-feedback model · vaccine/ANC SMS automation via gateway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What we ask from FutureMakers: mentorship for the DGHS data partnership, pilot-site introduction, and responsible-AI guidance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The idea is live today: rudra496.github.io/shasthosathi — open it during Q&amp;A, turn on airplane mode, and try to break it.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2026-09-05T21:51:08Z</dcterms:created>
  <dcterms:modified xsi:type="dcterms:W3CDTF">2026-09-05T21:51:08Z</dcterms:modified>
</cp:coreProperties>
</file>